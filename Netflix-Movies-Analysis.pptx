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"/>
      <p:regular r:id="rId17"/>
    </p:embeddedFont>
    <p:embeddedFont>
      <p:font typeface="Alexandria Bold"/>
      <p:regular r:id="rId18"/>
    </p:embeddedFont>
    <p:embeddedFont>
      <p:font typeface="Nobile"/>
      <p:regular r:id="rId19"/>
    </p:embeddedFont>
    <p:embeddedFont>
      <p:font typeface="Nobile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0762"/>
            <a:ext cx="44518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Netflix Movies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46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Data Analytics Project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uncovering trends, patterns, and insights from 9,800+ movies using Python, PostgreSQL, and Power BI.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6261"/>
            <a:ext cx="642491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8752"/>
            <a:ext cx="9295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09452" y="3186261"/>
            <a:ext cx="910158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8" name="Text 5"/>
          <p:cNvSpPr/>
          <p:nvPr/>
        </p:nvSpPr>
        <p:spPr>
          <a:xfrm>
            <a:off x="1294507" y="3228752"/>
            <a:ext cx="119724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90452" y="3186261"/>
            <a:ext cx="725388" cy="266402"/>
          </a:xfrm>
          <a:prstGeom prst="roundRect">
            <a:avLst>
              <a:gd name="adj" fmla="val 17880"/>
            </a:avLst>
          </a:prstGeom>
          <a:solidFill>
            <a:srgbClr val="D2DDF9"/>
          </a:solidFill>
          <a:ln/>
        </p:spPr>
      </p:sp>
      <p:sp>
        <p:nvSpPr>
          <p:cNvPr id="10" name="Text 7"/>
          <p:cNvSpPr/>
          <p:nvPr/>
        </p:nvSpPr>
        <p:spPr>
          <a:xfrm>
            <a:off x="2275508" y="3228752"/>
            <a:ext cx="10124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719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36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analyzes Netflix movie data to discover trends in ratings, popularity, genres, and languages — transforming raw data into actionable business insights through a complete analytics pipeline.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867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308696"/>
            <a:ext cx="2622724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4176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Clean &amp; Preprocess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2415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 missing values, duplicates, and data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20867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308696"/>
            <a:ext cx="2622724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417638"/>
            <a:ext cx="22443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272415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Visualize distributions, trends, and correlations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20867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308696"/>
            <a:ext cx="2622724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4176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Store in PostgreSQL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272415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 cleaned data into a relational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4258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647703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756645"/>
            <a:ext cx="18991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Business Insights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4063157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Write queries to extract meaningful patterns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42580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647703"/>
            <a:ext cx="4004965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756645"/>
            <a:ext cx="17973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4063157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an interactive, stakeholder-ready report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05916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at a Glance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029" y="801291"/>
            <a:ext cx="3317304" cy="3317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8281" y="2146846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What's Inside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698281" y="2372544"/>
            <a:ext cx="331730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captures a rich snapshot of Netflix's movie catalog — spanning release metadata, audience ratings, popularity scores, and genre classifications across nearly 10,000 titles.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133029" y="4276204"/>
            <a:ext cx="3403922" cy="561380"/>
          </a:xfrm>
          <a:prstGeom prst="roundRect">
            <a:avLst>
              <a:gd name="adj" fmla="val 7458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46956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~9,800 Movies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46956" y="4587850"/>
            <a:ext cx="317606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global catalog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606975" y="4276204"/>
            <a:ext cx="3403922" cy="561380"/>
          </a:xfrm>
          <a:prstGeom prst="roundRect">
            <a:avLst>
              <a:gd name="adj" fmla="val 7458"/>
            </a:avLst>
          </a:prstGeom>
          <a:solidFill>
            <a:srgbClr val="F9F9FF"/>
          </a:solidFill>
          <a:ln w="14288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0903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 Columns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20903" y="4587850"/>
            <a:ext cx="317606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Rich feature set per title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35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58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modern, industry-standard toolkit spanning the full data analytics lifecycle — from data wrangling to interactive dashboards.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Python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Pandas, NumPy, Matplotlib, Seaborn — data manipulation and visualization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pgAdmin for relational data storage and SQL querying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8331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40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5051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dashboards with drill-down and filter capabilities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8331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440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Gamma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150519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presentation design for portfolio delivery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83828"/>
            <a:ext cx="560985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 &amp; Preprocessing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25" y="1063675"/>
            <a:ext cx="6375350" cy="2917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5952" y="3288570"/>
            <a:ext cx="1196919" cy="23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Export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57506" y="3288570"/>
            <a:ext cx="1196919" cy="23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Validate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257258" y="3288570"/>
            <a:ext cx="1196919" cy="23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Transform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724218" y="3288570"/>
            <a:ext cx="1196919" cy="230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Inspect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2901" y="4126334"/>
            <a:ext cx="819819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rigorous cleaning pipeline ensured data reliability before any analysis. All null records were removed, data types were standardized, and release dates were parsed to enable year-level extraction. The final dataset is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complete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no duplicates.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53764"/>
            <a:ext cx="438663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1255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Analyses Performed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640" y="1332235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158" y="132844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Release Trends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7158" y="1630784"/>
            <a:ext cx="35835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Movie volume by year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40" y="2037680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158" y="20338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Genre Distribution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37158" y="2336229"/>
            <a:ext cx="35835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common categories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640" y="2743126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7158" y="2739330"/>
            <a:ext cx="16822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Language Breakdown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37158" y="3041675"/>
            <a:ext cx="35835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content spread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640" y="3448571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7158" y="3444776"/>
            <a:ext cx="16168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Popularity vs Ratings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37158" y="3747120"/>
            <a:ext cx="358355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Correlation analysis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28046" y="1012552"/>
            <a:ext cx="24022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Movies Released Per Year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8046" y="1328440"/>
            <a:ext cx="3986585" cy="28695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28046" y="4320034"/>
            <a:ext cx="398658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Movie releases grew sharply after 2000, peaking in 2020–2022 as streaming content expanded rapidly.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70880"/>
            <a:ext cx="449185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Genre &amp; Language Insights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013222"/>
            <a:ext cx="214826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Genres by Volume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1321296"/>
            <a:ext cx="3997003" cy="2876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5367" y="1013222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Languages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367" y="1321296"/>
            <a:ext cx="3997003" cy="2876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5367" y="4316016"/>
            <a:ext cx="399700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English dominates the catalog with over 63% of all titles. Drama and Comedy together represent the largest share of content genres.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2811"/>
            <a:ext cx="67035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Analysis &amp; Power BI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80158"/>
            <a:ext cx="2400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Queries Executed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761083"/>
            <a:ext cx="1899642" cy="1138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921892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Total Movies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285107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Aggregate count by category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9420" y="1761083"/>
            <a:ext cx="1899642" cy="11384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6428" y="1921892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Top Genres &amp; Languages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736428" y="2506563"/>
            <a:ext cx="15018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Ranked by volume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041303"/>
            <a:ext cx="1899642" cy="13599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4077" y="3202112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Most Popular &amp; Highest Rated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4077" y="3786783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Top-N by popularity and vote average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9420" y="3041303"/>
            <a:ext cx="1899642" cy="13599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36428" y="3202112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Avg Rating by Language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2736428" y="3786783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Cross-language quality comparison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749701" y="1380158"/>
            <a:ext cx="2826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 Dashboard Pages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4749701" y="1761083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896222" y="190760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Page 1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96222" y="2270820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Overview — KPIs and high-level trends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772052" y="1761083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18573" y="1907604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Page 2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18573" y="2270820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Language Analysis — geographic content breakdown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49701" y="3239542"/>
            <a:ext cx="3902943" cy="1109886"/>
          </a:xfrm>
          <a:prstGeom prst="roundRect">
            <a:avLst>
              <a:gd name="adj" fmla="val 5365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96222" y="33860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Page 3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896222" y="3749278"/>
            <a:ext cx="36099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Detailed Movie Analysis — drill-down by genre, year, rating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560747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Insights &amp; Business Value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63%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English Content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Dominant language across the Netflix 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Leading Genres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Drama &amp; Comedy drive the majority of titles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10x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Release Growth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Movie volume grew ~10x from 2000 to 2022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~0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356994" y="3486001"/>
            <a:ext cx="25944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Popularity–Rating Correlation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ratings do not guarantee high popularity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findings support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content decisions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from genre investment and language localization to understanding what truly drives audience engagement on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0896"/>
            <a:ext cx="46730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 &amp; 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740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demonstrates end-to-end data analytics capability — from raw data to interactive insights — using Python, PostgreSQL, and Power BI in a cohesive, production-style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0498"/>
            <a:ext cx="8151763" cy="1019473"/>
          </a:xfrm>
          <a:prstGeom prst="roundRect">
            <a:avLst>
              <a:gd name="adj" fmla="val 584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205261"/>
            <a:ext cx="2714030" cy="504974"/>
          </a:xfrm>
          <a:prstGeom prst="roundRect">
            <a:avLst>
              <a:gd name="adj" fmla="val 11791"/>
            </a:avLst>
          </a:prstGeom>
          <a:solidFill>
            <a:srgbClr val="D2DDF9"/>
          </a:solidFill>
          <a:ln/>
        </p:spPr>
      </p:sp>
      <p:sp>
        <p:nvSpPr>
          <p:cNvPr id="6" name="Text 4"/>
          <p:cNvSpPr/>
          <p:nvPr/>
        </p:nvSpPr>
        <p:spPr>
          <a:xfrm>
            <a:off x="642640" y="23470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14911" y="2205261"/>
            <a:ext cx="2714104" cy="504974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8" name="Shape 6"/>
          <p:cNvSpPr/>
          <p:nvPr/>
        </p:nvSpPr>
        <p:spPr>
          <a:xfrm>
            <a:off x="3214911" y="2205261"/>
            <a:ext cx="19050" cy="504974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9" name="Text 7"/>
          <p:cNvSpPr/>
          <p:nvPr/>
        </p:nvSpPr>
        <p:spPr>
          <a:xfrm>
            <a:off x="3356670" y="23470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29015" y="2205261"/>
            <a:ext cx="2714104" cy="504974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1" name="Shape 9"/>
          <p:cNvSpPr/>
          <p:nvPr/>
        </p:nvSpPr>
        <p:spPr>
          <a:xfrm>
            <a:off x="5929015" y="2205261"/>
            <a:ext cx="19050" cy="504974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2" name="Text 10"/>
          <p:cNvSpPr/>
          <p:nvPr/>
        </p:nvSpPr>
        <p:spPr>
          <a:xfrm>
            <a:off x="6070774" y="23470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0881" y="2710235"/>
            <a:ext cx="4071119" cy="504974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0881" y="2710235"/>
            <a:ext cx="4071119" cy="1905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5" name="Text 13"/>
          <p:cNvSpPr/>
          <p:nvPr/>
        </p:nvSpPr>
        <p:spPr>
          <a:xfrm>
            <a:off x="642640" y="28519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SQL Queries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2710235"/>
            <a:ext cx="4071119" cy="504974"/>
          </a:xfrm>
          <a:prstGeom prst="rect">
            <a:avLst/>
          </a:prstGeom>
          <a:solidFill>
            <a:srgbClr val="D2DD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710235"/>
            <a:ext cx="19050" cy="504974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2710235"/>
            <a:ext cx="4071119" cy="1905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9" name="Text 17"/>
          <p:cNvSpPr/>
          <p:nvPr/>
        </p:nvSpPr>
        <p:spPr>
          <a:xfrm>
            <a:off x="4713759" y="28519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6119" y="3414861"/>
            <a:ext cx="8151763" cy="10567"/>
          </a:xfrm>
          <a:prstGeom prst="rect">
            <a:avLst/>
          </a:prstGeom>
          <a:solidFill>
            <a:srgbClr val="404155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6203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Questions &amp; Discussion Welcome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4006602"/>
            <a:ext cx="397944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936" y="4053855"/>
            <a:ext cx="425700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LINKEDIN: [WWW.LINKEDIN.COM/IN/YUG-CHAUDHARY-401647291]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46402" y="4006602"/>
            <a:ext cx="265070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1B5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219" y="4053855"/>
            <a:ext cx="292826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GITHUB: [HTTPS://GITHUB.COM/D3ADYUG]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2026-06-04T08:34:32Z</dcterms:created>
  <dcterms:modified xsi:type="dcterms:W3CDTF">2026-06-04T08:34:32Z</dcterms:modified>
</cp:coreProperties>
</file>